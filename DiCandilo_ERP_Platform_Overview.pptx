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Di Candilo  ·  Steel City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AABBCC"/>
                </a:solidFill>
              </a:rPr>
              <a:t>Platform Overview  —  All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01C1C"/>
                </a:solidFill>
              </a:rPr>
              <a:t>23 screens across 8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Login</a:t>
            </a:r>
          </a:p>
        </p:txBody>
      </p:sp>
      <p:pic>
        <p:nvPicPr>
          <p:cNvPr id="6" name="Picture 5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Register</a:t>
            </a:r>
          </a:p>
        </p:txBody>
      </p:sp>
      <p:pic>
        <p:nvPicPr>
          <p:cNvPr id="6" name="Picture 5" descr="02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Dashboard</a:t>
            </a:r>
          </a:p>
        </p:txBody>
      </p:sp>
      <p:pic>
        <p:nvPicPr>
          <p:cNvPr id="6" name="Picture 5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Stock on Hand</a:t>
            </a:r>
          </a:p>
        </p:txBody>
      </p:sp>
      <p:pic>
        <p:nvPicPr>
          <p:cNvPr id="6" name="Picture 5" descr="04_inventory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Products</a:t>
            </a:r>
          </a:p>
        </p:txBody>
      </p:sp>
      <p:pic>
        <p:nvPicPr>
          <p:cNvPr id="6" name="Picture 5" descr="05_inventory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Receive Stock</a:t>
            </a:r>
          </a:p>
        </p:txBody>
      </p:sp>
      <p:pic>
        <p:nvPicPr>
          <p:cNvPr id="6" name="Picture 5" descr="06_inventory_rece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Adjust Stock</a:t>
            </a:r>
          </a:p>
        </p:txBody>
      </p:sp>
      <p:pic>
        <p:nvPicPr>
          <p:cNvPr id="6" name="Picture 5" descr="07_inventory_adj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Sales Orders</a:t>
            </a:r>
          </a:p>
        </p:txBody>
      </p:sp>
      <p:pic>
        <p:nvPicPr>
          <p:cNvPr id="6" name="Picture 5" descr="08_sales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Quotes</a:t>
            </a:r>
          </a:p>
        </p:txBody>
      </p:sp>
      <p:pic>
        <p:nvPicPr>
          <p:cNvPr id="6" name="Picture 5" descr="09_sales_qu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Customers</a:t>
            </a:r>
          </a:p>
        </p:txBody>
      </p:sp>
      <p:pic>
        <p:nvPicPr>
          <p:cNvPr id="6" name="Picture 5" descr="10_sales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PURCHASING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Purchase Orders</a:t>
            </a:r>
          </a:p>
        </p:txBody>
      </p:sp>
      <p:pic>
        <p:nvPicPr>
          <p:cNvPr id="6" name="Picture 5" descr="11_purchasing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PURCHASING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Suppliers</a:t>
            </a:r>
          </a:p>
        </p:txBody>
      </p:sp>
      <p:pic>
        <p:nvPicPr>
          <p:cNvPr id="6" name="Picture 5" descr="12_purchasing_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Work Orders</a:t>
            </a:r>
          </a:p>
        </p:txBody>
      </p:sp>
      <p:pic>
        <p:nvPicPr>
          <p:cNvPr id="6" name="Picture 5" descr="13_processing_work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Production Schedule</a:t>
            </a:r>
          </a:p>
        </p:txBody>
      </p:sp>
      <p:pic>
        <p:nvPicPr>
          <p:cNvPr id="6" name="Picture 5" descr="14_processing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Nesting Optimiser</a:t>
            </a:r>
          </a:p>
        </p:txBody>
      </p:sp>
      <p:pic>
        <p:nvPicPr>
          <p:cNvPr id="6" name="Picture 5" descr="15_processing_n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Invoices</a:t>
            </a:r>
          </a:p>
        </p:txBody>
      </p:sp>
      <p:pic>
        <p:nvPicPr>
          <p:cNvPr id="6" name="Picture 5" descr="16_accounting_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AR Ageing</a:t>
            </a:r>
          </a:p>
        </p:txBody>
      </p:sp>
      <p:pic>
        <p:nvPicPr>
          <p:cNvPr id="6" name="Picture 5" descr="17_accounting_ar_age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Chart of Accounts</a:t>
            </a:r>
          </a:p>
        </p:txBody>
      </p:sp>
      <p:pic>
        <p:nvPicPr>
          <p:cNvPr id="6" name="Picture 5" descr="18_accounting_c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Reporting</a:t>
            </a:r>
          </a:p>
        </p:txBody>
      </p:sp>
      <p:pic>
        <p:nvPicPr>
          <p:cNvPr id="6" name="Picture 5" descr="19_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Tasks</a:t>
            </a:r>
          </a:p>
        </p:txBody>
      </p:sp>
      <p:pic>
        <p:nvPicPr>
          <p:cNvPr id="6" name="Picture 5" descr="20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User Management</a:t>
            </a:r>
          </a:p>
        </p:txBody>
      </p:sp>
      <p:pic>
        <p:nvPicPr>
          <p:cNvPr id="6" name="Picture 5" descr="21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Automation Rules</a:t>
            </a:r>
          </a:p>
        </p:txBody>
      </p:sp>
      <p:pic>
        <p:nvPicPr>
          <p:cNvPr id="6" name="Picture 5" descr="22_admin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"/>
            <a:ext cx="1371600" cy="41148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Barcode Scanner</a:t>
            </a:r>
          </a:p>
        </p:txBody>
      </p:sp>
      <p:pic>
        <p:nvPicPr>
          <p:cNvPr id="6" name="Picture 5" descr="23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04" y="731520"/>
            <a:ext cx="8518144" cy="5989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